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34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threshold</c:v>
                </c:pt>
              </c:strCache>
            </c:strRef>
          </c:tx>
          <c:spPr>
            <a:solidFill>
              <a:srgbClr val="4F7C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COVID recall</c:v>
                </c:pt>
                <c:pt idx="2">
                  <c:v>Healthy 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74.930000000000007</c:v>
                </c:pt>
                <c:pt idx="1">
                  <c:v>21.08</c:v>
                </c:pt>
                <c:pt idx="2">
                  <c:v>94.91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EF-F24B-AA0A-BA731CF951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 = 0.35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COVID recall</c:v>
                </c:pt>
                <c:pt idx="2">
                  <c:v>Healthy 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67.239999999999995</c:v>
                </c:pt>
                <c:pt idx="1">
                  <c:v>55.39</c:v>
                </c:pt>
                <c:pt idx="2">
                  <c:v>71.64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EF-F24B-AA0A-BA731CF951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 Dissertation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537960"/>
            <a:ext cx="11338560" cy="0"/>
          </a:xfrm>
          <a:prstGeom prst="line">
            <a:avLst/>
          </a:prstGeom>
          <a:noFill/>
          <a:ln w="12700">
            <a:solidFill>
              <a:srgbClr val="C9D4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"/>
            <a:ext cx="12191695" cy="6400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/mnt/data/image(4).png"/>
          <p:cNvPicPr>
            <a:picLocks noChangeAspect="1"/>
          </p:cNvPicPr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7086600" y="530352"/>
            <a:ext cx="457200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96012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6AA3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234440"/>
            <a:ext cx="52120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Mobile-Integrated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System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Rapid Screening of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Respiratory Diseases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Cough Sound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32688" y="3794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</a:rPr>
              <a:t>Proposal / Chapters 1–3 update and implementation progress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32688" y="42976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Nkenfa Nkombong Brandon  |  CT24P016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Supervisor: Dr Tchapga Tchito Christian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23 April 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thesis addresses a public-health access problem with a mobile-first AI screening approach.</a:t>
            </a:r>
            <a:endParaRPr lang="en-US" sz="1150" dirty="0"/>
          </a:p>
        </p:txBody>
      </p:sp>
      <p:pic>
        <p:nvPicPr>
          <p:cNvPr id="4" name="Image 0" descr="/mnt/data/wide_clean_medical_tech_concept_illustration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56692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6873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17320"/>
            <a:ext cx="452628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Respiratory diseases remain a major global burden, especially where clinical screening infrastructure is limited.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Smartphones already provide microphones, storage, and enough compute to support low-cost preliminary screening.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Cough sounds carry time-frequency patterns that machine learning can analyse more consistently than unaided listening.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The target is not diagnosis, but fast triage and earlier referral using an offline-capable mobile workflow.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7824" y="4937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A63"/>
                </a:solidFill>
              </a:rPr>
              <a:t>Core thesis idea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7824" y="550468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Capture a cough → convert to log-mel features → classify with a lightweight CNN → prepare for mobile inference.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update: intended system vs implemented milestone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full project remains multi-stage, but the current implementation is a binary baseline because TB data is still controlled-access.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7FB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Original full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66344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Multi-class respiratory screening schema: TB, COVID, and HEALTHY_OR_NONTARGET.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Mobile-optimised deep learning model plus TensorFlow Lite export.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Cross-platform app integration and device/environment benchmarking.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1540" y="36484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803D"/>
                </a:solidFill>
              </a:rPr>
              <a:t>Implemented 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1540" y="4037076"/>
            <a:ext cx="46177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Binary milestone: COVID vs HEALTHY_OR_NONTARGET.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Open datasets acquired, metadata unified, splits created, features extracted, CNN trained and evaluated.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Threshold calibration completed; export attempted but unstable in current environment.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DF7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4173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Specific objectives (current reporting focus)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0528" y="1783080"/>
            <a:ext cx="452628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Acquire and curate public cough datasets with reproducible splits.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Define an explicit label schema and mapping rules.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Use log-mel spectrograms for compact mobile-aware feature extraction.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Train a lightweight CNN baseline and report screening metrics.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Document deployment constraints and next steps for mobile integration.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Datasets, governance, and current data status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work emphasises explicit label mapping, traceability, and subject-aware evaluation.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Data sources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Coswara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24,716 audio files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2,746 subjects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COUGHVID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27,550 files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healthy/COVID subset retained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TB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2318"/>
                </a:solidFill>
              </a:rPr>
              <a:t>Planned but still controlled-access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2318"/>
                </a:solidFill>
              </a:rPr>
              <a:t>not yet integrated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5029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803D"/>
                </a:solidFill>
              </a:rPr>
              <a:t>Unified metadata after cleaning: 18,649 samples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53712" y="1170432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F7FB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Label governance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1810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</a:rPr>
              <a:t>Intended schema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TB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COVID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HEALTHY_OR_NONTARGET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28032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</a:rPr>
              <a:t>Current training milestone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4361" y="3918204"/>
            <a:ext cx="235784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7CF7"/>
                </a:solidFill>
              </a:rPr>
              <a:t>COVID  vs  HEALTHY_OR_NONTARGET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456742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Reason: TB data remains pending, but the broader 3-class schema is preserved in the dissertation design.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1170432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DF7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Reproducible splits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19202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Train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6920" y="1847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7CF7"/>
                </a:solidFill>
              </a:rPr>
              <a:t>17,141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66760" y="27432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4692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7CF7"/>
                </a:solidFill>
              </a:rPr>
              <a:t>754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35661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6920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7CF7"/>
                </a:solidFill>
              </a:rPr>
              <a:t>754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66760" y="43434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Subject-independent splitting used where possible to reduce leakage and improve evaluation credibility.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strongest contribution is the reproducible data-to-model workflow, not just the classifier itself.</a:t>
            </a:r>
            <a:endParaRPr lang="en-US" sz="1150" dirty="0"/>
          </a:p>
        </p:txBody>
      </p:sp>
      <p:pic>
        <p:nvPicPr>
          <p:cNvPr id="4" name="Image 0" descr="/mnt/data/wide_clean_infographic_style_illustration_on_a_w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94944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261872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508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Workflow executed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38160" y="1828800"/>
            <a:ext cx="288036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Dataset download and controlled-access handling for TB.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Metadata audit, cleaning, and unified schema construction.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Subject-aware split generation.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Audio preprocessing plus log-mel feature extraction.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Baseline CNN training and evaluation.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Threshold tuning and deployment preparation.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83880" y="5102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Output artifacts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5321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72033"/>
                </a:solidFill>
              </a:rPr>
              <a:t>Unified metadata, split CSVs, cached tensors, checkpoints, evaluation summaries, and deployment notes.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model and training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A lightweight 2D CNN was selected to balance reproducibility, efficiency, and future mobile readiness.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4160520" cy="4526280"/>
          </a:xfrm>
          <a:prstGeom prst="roundRect">
            <a:avLst>
              <a:gd name="adj" fmla="val 1758"/>
            </a:avLst>
          </a:prstGeom>
          <a:solidFill>
            <a:srgbClr val="F7FB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Model backbone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Log-mel input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Conv blocks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+ BatchNorm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+ Pooling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Global Average Pooling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Dropout + Dense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Softmax output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1170432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DF7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5232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Training protocol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85232" y="1783080"/>
            <a:ext cx="598932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Loss: sparse categorical cross-entropy; optimizer: Adam (1e-3).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Batch size 16 with validation monitoring and checkpointing.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Binary label remapping was required for the current COVID vs control milestone.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Weighted and “improved” retraining runs were tested, but the baseline remained the most useful model.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85232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Why threshold tuning mattered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455371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Default predictions favoured the healthy/control class. Validation-based threshold tuning produced a stronger screening operating point using the same baseline model.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21240" y="43159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</a:rPr>
              <a:t>Selected operating threshold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985248" y="45720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7CF7"/>
                </a:solidFill>
              </a:rPr>
              <a:t>0.35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710928" y="50109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172033"/>
                </a:solidFill>
              </a:rPr>
              <a:t>Chosen for screening because it improved COVID sensitivity, even with some loss in overall accuracy and healthy-class recovery.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results so far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best current result comes from the baseline model with a screening threshold of 0.35.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7406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914400" y="1645920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143000"/>
            <a:ext cx="3310128" cy="4663440"/>
          </a:xfrm>
          <a:prstGeom prst="roundRect">
            <a:avLst>
              <a:gd name="adj" fmla="val 2210"/>
            </a:avLst>
          </a:prstGeom>
          <a:solidFill>
            <a:srgbClr val="F7FB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85632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30768" y="1783080"/>
            <a:ext cx="27432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Default-threshold accuracy is higher, but disease recall is too low for a screening scenario.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At threshold 0.35, COVID recall more than doubles compared with the default operating mode.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This is a better screening trade-off: more true positives at the cost of more false alarms.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85632" y="4572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Best current screening-mode test result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Accuracy 67.24%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COVID recall 55.39%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Healthy recall 71.64%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 and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pipeline is credible, but the full thesis scope is not yet complete.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5440680" cy="4617720"/>
          </a:xfrm>
          <a:prstGeom prst="roundRect">
            <a:avLst>
              <a:gd name="adj" fmla="val 1584"/>
            </a:avLst>
          </a:prstGeom>
          <a:solidFill>
            <a:srgbClr val="FFF7F6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2318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75488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TB data is still missing from the implemented training pipeline.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The current milestone is binary, not yet the full multi-class respiratory system.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Control samples are mixed healthy/non-target cases, not perfectly clean “healthy” labels.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TensorFlow Lite export was attempted but failed due to converter instability in the current environment.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14300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F6FBF8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417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803D"/>
                </a:solidFill>
              </a:rPr>
              <a:t>Next steps for Chapters 4–5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1783080"/>
            <a:ext cx="45720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Present full experimental results and error analysis clearly in Chapter 4.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Discuss why threshold tuning outperformed weighted retraining for screening.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Document deployment limitations honestly and frame mobile export as future engineering work.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If possible, later integrate TB data and retry TFLite export in a cleaner TensorFlow-only environment.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project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The dissertation still covers the whole project plan, while showing what has already been completed and what remains pending.</a:t>
            </a:r>
            <a:endParaRPr lang="en-US" sz="1150" dirty="0"/>
          </a:p>
        </p:txBody>
      </p:sp>
      <p:pic>
        <p:nvPicPr>
          <p:cNvPr id="4" name="Image 0" descr="/mnt/data/a_clean_infographic_chart_style_image_displa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11155680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919</Words>
  <Application>Microsoft Macintosh PowerPoint</Application>
  <PresentationFormat>Widescreen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Mobile-Integrated Deep Learning System for Rapid Screening of Respiratory Diseases Using Cough Sound Analysis</dc:title>
  <dc:subject>Masters dissertation overview</dc:subject>
  <dc:creator>OpenAI</dc:creator>
  <cp:lastModifiedBy>Nkenfa Brandon</cp:lastModifiedBy>
  <cp:revision>2</cp:revision>
  <dcterms:created xsi:type="dcterms:W3CDTF">2026-04-23T06:10:52Z</dcterms:created>
  <dcterms:modified xsi:type="dcterms:W3CDTF">2026-04-24T00:12:25Z</dcterms:modified>
</cp:coreProperties>
</file>